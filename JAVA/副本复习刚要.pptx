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58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考试复习</a:t>
            </a:r>
            <a:r>
              <a:rPr lang="zh-CN" altLang="en-US"/>
              <a:t>刚要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一、数据类型和流程控制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基本类型和运算符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数据类型的混合运算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强制类型转换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包装类型的基本应用</a:t>
            </a:r>
            <a:r>
              <a:rPr lang="en-US" altLang="zh-CN" dirty="0"/>
              <a:t>, </a:t>
            </a:r>
            <a:r>
              <a:rPr lang="en-US" altLang="zh-CN" dirty="0" err="1"/>
              <a:t>valueOf</a:t>
            </a:r>
            <a:r>
              <a:rPr lang="zh-CN" altLang="en-US" dirty="0"/>
              <a:t>方法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基本运算，常量使用，位运算，逻辑运算的短路和非短路，</a:t>
            </a:r>
            <a:r>
              <a:rPr lang="en-US" altLang="zh-CN" dirty="0"/>
              <a:t> </a:t>
            </a:r>
            <a:r>
              <a:rPr lang="en-US" altLang="zh-CN" dirty="0" err="1"/>
              <a:t>BigDecimal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引用类型</a:t>
            </a:r>
            <a:endParaRPr lang="en-US" altLang="zh-CN" dirty="0"/>
          </a:p>
          <a:p>
            <a:r>
              <a:rPr lang="en-US" altLang="zh-CN" dirty="0"/>
              <a:t>String</a:t>
            </a:r>
            <a:r>
              <a:rPr lang="zh-CN" altLang="en-US" dirty="0"/>
              <a:t>类，</a:t>
            </a:r>
            <a:r>
              <a:rPr lang="en-US" altLang="zh-CN" dirty="0"/>
              <a:t>Math</a:t>
            </a:r>
            <a:r>
              <a:rPr lang="zh-CN" altLang="en-US" dirty="0"/>
              <a:t>类和</a:t>
            </a:r>
            <a:r>
              <a:rPr lang="en-US" altLang="zh-CN" dirty="0"/>
              <a:t>Random</a:t>
            </a:r>
            <a:r>
              <a:rPr lang="zh-CN" altLang="en-US" dirty="0"/>
              <a:t>类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熟悉</a:t>
            </a:r>
            <a:r>
              <a:rPr lang="en-US" altLang="zh-CN" dirty="0"/>
              <a:t>String</a:t>
            </a:r>
            <a:r>
              <a:rPr lang="zh-CN" altLang="en-US" dirty="0"/>
              <a:t>类常用方法的使用</a:t>
            </a:r>
            <a:endParaRPr lang="en-US" altLang="zh-CN" dirty="0"/>
          </a:p>
          <a:p>
            <a:pPr marL="914400" lvl="1" indent="-514350"/>
            <a:r>
              <a:rPr lang="en-US" altLang="zh-CN" dirty="0"/>
              <a:t>Math</a:t>
            </a:r>
            <a:r>
              <a:rPr lang="zh-CN" altLang="en-US" dirty="0"/>
              <a:t>中的常用方法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生成随机数的方法</a:t>
            </a:r>
            <a:endParaRPr lang="en-US" altLang="zh-CN" dirty="0"/>
          </a:p>
          <a:p>
            <a:pPr marL="914400" lvl="1" indent="-514350">
              <a:buFont typeface="+mj-lt"/>
              <a:buAutoNum type="arabicPeriod"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流程控制</a:t>
            </a:r>
            <a:endParaRPr lang="en-US" altLang="zh-CN" dirty="0"/>
          </a:p>
          <a:p>
            <a:pPr lvl="1"/>
            <a:r>
              <a:rPr lang="zh-CN" altLang="en-US" dirty="0"/>
              <a:t>掌握常用的标准输出方法</a:t>
            </a:r>
            <a:endParaRPr lang="en-US" altLang="zh-CN" dirty="0"/>
          </a:p>
          <a:p>
            <a:pPr lvl="1"/>
            <a:r>
              <a:rPr lang="zh-CN" altLang="en-US" dirty="0"/>
              <a:t>了解输入方法（文件输入输出不考）</a:t>
            </a:r>
            <a:endParaRPr lang="en-US" altLang="zh-CN" dirty="0"/>
          </a:p>
          <a:p>
            <a:pPr lvl="1"/>
            <a:r>
              <a:rPr lang="zh-CN" altLang="en-US" dirty="0"/>
              <a:t>掌握条件，循环，分支语句</a:t>
            </a:r>
            <a:endParaRPr lang="en-US" altLang="zh-CN" dirty="0"/>
          </a:p>
          <a:p>
            <a:pPr lvl="1"/>
            <a:r>
              <a:rPr lang="zh-CN" altLang="en-US" dirty="0"/>
              <a:t>应用循环嵌套对数组排序</a:t>
            </a:r>
            <a:endParaRPr lang="en-US" altLang="zh-CN" dirty="0"/>
          </a:p>
          <a:p>
            <a:r>
              <a:rPr lang="zh-CN" altLang="en-US" dirty="0"/>
              <a:t>数组</a:t>
            </a:r>
            <a:endParaRPr lang="en-US" altLang="zh-CN" dirty="0"/>
          </a:p>
          <a:p>
            <a:pPr lvl="1"/>
            <a:r>
              <a:rPr lang="zh-CN" altLang="en-US" dirty="0"/>
              <a:t>定义和初始化</a:t>
            </a:r>
            <a:endParaRPr lang="en-US" altLang="zh-CN" dirty="0"/>
          </a:p>
          <a:p>
            <a:pPr lvl="1"/>
            <a:r>
              <a:rPr lang="zh-CN" altLang="en-US" dirty="0"/>
              <a:t>数组元素操作</a:t>
            </a:r>
            <a:endParaRPr lang="en-US" altLang="zh-CN" dirty="0"/>
          </a:p>
          <a:p>
            <a:pPr lvl="1"/>
            <a:r>
              <a:rPr lang="en-US" altLang="zh-CN" dirty="0"/>
              <a:t>Arrays</a:t>
            </a:r>
            <a:r>
              <a:rPr lang="zh-CN" altLang="en-US" dirty="0"/>
              <a:t>中的常用工具</a:t>
            </a:r>
            <a:br>
              <a:rPr lang="en-US" altLang="zh-CN" dirty="0"/>
            </a:br>
            <a:r>
              <a:rPr lang="en-US" altLang="zh-CN" dirty="0"/>
              <a:t>sort</a:t>
            </a:r>
            <a:r>
              <a:rPr lang="zh-CN" altLang="en-US" dirty="0"/>
              <a:t>，</a:t>
            </a:r>
            <a:r>
              <a:rPr lang="en-US" altLang="zh-CN" dirty="0"/>
              <a:t>equals</a:t>
            </a:r>
            <a:r>
              <a:rPr lang="zh-CN" altLang="en-US" dirty="0"/>
              <a:t>，</a:t>
            </a:r>
            <a:r>
              <a:rPr lang="en-US" altLang="zh-CN" dirty="0" err="1"/>
              <a:t>copyOf</a:t>
            </a:r>
            <a:endParaRPr lang="en-US" altLang="zh-CN" dirty="0"/>
          </a:p>
          <a:p>
            <a:pPr lvl="1"/>
            <a:r>
              <a:rPr lang="zh-CN" altLang="en-US" dirty="0"/>
              <a:t>多维数组不考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二、类和对象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zh-CN" altLang="en-US" dirty="0"/>
              <a:t>课件</a:t>
            </a:r>
            <a:r>
              <a:rPr lang="en-US" altLang="zh-CN" dirty="0"/>
              <a:t>4</a:t>
            </a:r>
            <a:r>
              <a:rPr lang="zh-CN" altLang="en-US" dirty="0"/>
              <a:t>的全部内容</a:t>
            </a:r>
            <a:endParaRPr lang="en-US" altLang="zh-CN" dirty="0"/>
          </a:p>
          <a:p>
            <a:pPr lvl="1"/>
            <a:r>
              <a:rPr lang="zh-CN" altLang="en-US" dirty="0"/>
              <a:t>类的定义</a:t>
            </a:r>
            <a:endParaRPr lang="en-US" altLang="zh-CN" dirty="0"/>
          </a:p>
          <a:p>
            <a:pPr lvl="1"/>
            <a:r>
              <a:rPr lang="zh-CN" altLang="en-US" dirty="0"/>
              <a:t>域和方法，方法重载，参数传递</a:t>
            </a:r>
            <a:endParaRPr lang="en-US" altLang="zh-CN" dirty="0"/>
          </a:p>
          <a:p>
            <a:pPr lvl="1"/>
            <a:r>
              <a:rPr lang="zh-CN" altLang="en-US" dirty="0"/>
              <a:t>构造器</a:t>
            </a:r>
            <a:endParaRPr lang="en-US" altLang="zh-CN" dirty="0"/>
          </a:p>
          <a:p>
            <a:pPr lvl="1"/>
            <a:r>
              <a:rPr lang="zh-CN" altLang="en-US" dirty="0"/>
              <a:t>类成员与实例成员</a:t>
            </a:r>
            <a:endParaRPr lang="en-US" altLang="zh-CN" dirty="0"/>
          </a:p>
          <a:p>
            <a:pPr lvl="1"/>
            <a:r>
              <a:rPr lang="zh-CN" altLang="en-US" dirty="0"/>
              <a:t>成员的访问控制</a:t>
            </a:r>
            <a:endParaRPr lang="en-US" altLang="zh-CN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引用</a:t>
            </a:r>
            <a:endParaRPr lang="en-US" altLang="zh-CN" dirty="0"/>
          </a:p>
          <a:p>
            <a:pPr lvl="1"/>
            <a:r>
              <a:rPr lang="zh-CN" altLang="en-US" dirty="0"/>
              <a:t>相等判断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  继承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课件</a:t>
            </a:r>
            <a:r>
              <a:rPr lang="en-US" altLang="zh-CN" dirty="0"/>
              <a:t>5,6</a:t>
            </a:r>
            <a:r>
              <a:rPr lang="zh-CN" altLang="en-US" dirty="0"/>
              <a:t>的全部内容</a:t>
            </a:r>
            <a:endParaRPr lang="en-US" altLang="zh-CN" dirty="0"/>
          </a:p>
          <a:p>
            <a:pPr lvl="1"/>
            <a:r>
              <a:rPr lang="zh-CN" altLang="en-US" dirty="0"/>
              <a:t>子类的构造器</a:t>
            </a:r>
            <a:endParaRPr lang="en-US" altLang="zh-CN" dirty="0"/>
          </a:p>
          <a:p>
            <a:pPr lvl="1"/>
            <a:r>
              <a:rPr lang="zh-CN" altLang="en-US" dirty="0"/>
              <a:t>覆盖父类方法实现多态</a:t>
            </a:r>
            <a:endParaRPr lang="en-US" altLang="zh-CN" dirty="0"/>
          </a:p>
          <a:p>
            <a:pPr lvl="1"/>
            <a:r>
              <a:rPr lang="en-US" altLang="zh-CN" dirty="0"/>
              <a:t>Object</a:t>
            </a:r>
            <a:r>
              <a:rPr lang="zh-CN" altLang="en-US" dirty="0"/>
              <a:t>类的方法</a:t>
            </a:r>
            <a:endParaRPr lang="en-US" altLang="zh-CN" dirty="0"/>
          </a:p>
          <a:p>
            <a:pPr lvl="1"/>
            <a:r>
              <a:rPr lang="zh-CN" altLang="en-US" dirty="0"/>
              <a:t>覆盖</a:t>
            </a:r>
            <a:r>
              <a:rPr lang="en-US" altLang="zh-CN" dirty="0"/>
              <a:t>Object</a:t>
            </a:r>
            <a:r>
              <a:rPr lang="zh-CN" altLang="en-US" dirty="0"/>
              <a:t>方法</a:t>
            </a:r>
            <a:br>
              <a:rPr lang="en-US" altLang="zh-CN" dirty="0"/>
            </a:br>
            <a:r>
              <a:rPr lang="en-US" altLang="zh-CN" dirty="0"/>
              <a:t>equals</a:t>
            </a:r>
            <a:r>
              <a:rPr lang="zh-CN" altLang="en-US" dirty="0"/>
              <a:t>，</a:t>
            </a:r>
            <a:r>
              <a:rPr lang="en-US" altLang="zh-CN" dirty="0" err="1"/>
              <a:t>hashCode</a:t>
            </a:r>
            <a:r>
              <a:rPr lang="zh-CN" altLang="en-US" dirty="0"/>
              <a:t>，</a:t>
            </a:r>
            <a:r>
              <a:rPr lang="en-US" altLang="zh-CN" dirty="0" err="1"/>
              <a:t>toString</a:t>
            </a:r>
            <a:endParaRPr lang="en-US" altLang="zh-CN" dirty="0"/>
          </a:p>
          <a:p>
            <a:pPr lvl="1"/>
            <a:r>
              <a:rPr lang="zh-CN" altLang="en-US" dirty="0"/>
              <a:t>会用</a:t>
            </a:r>
            <a:r>
              <a:rPr lang="en-US" altLang="zh-CN" dirty="0" err="1"/>
              <a:t>ArrayList</a:t>
            </a:r>
            <a:endParaRPr lang="en-US" altLang="zh-CN" dirty="0"/>
          </a:p>
          <a:p>
            <a:pPr lvl="1"/>
            <a:r>
              <a:rPr lang="zh-CN" altLang="en-US"/>
              <a:t>枚举类的定义和常用方法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  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课件</a:t>
            </a:r>
            <a:r>
              <a:rPr lang="en-US" altLang="zh-CN" dirty="0"/>
              <a:t>7</a:t>
            </a:r>
            <a:r>
              <a:rPr lang="zh-CN" altLang="en-US" dirty="0"/>
              <a:t>的全部内容</a:t>
            </a:r>
            <a:endParaRPr lang="en-US" altLang="zh-CN" dirty="0"/>
          </a:p>
          <a:p>
            <a:pPr lvl="1"/>
            <a:r>
              <a:rPr lang="zh-CN" altLang="en-US" dirty="0"/>
              <a:t>会定义接口</a:t>
            </a:r>
            <a:endParaRPr lang="en-US" altLang="zh-CN" dirty="0"/>
          </a:p>
          <a:p>
            <a:pPr lvl="1"/>
            <a:r>
              <a:rPr lang="zh-CN" altLang="en-US" dirty="0"/>
              <a:t>熟练掌握</a:t>
            </a:r>
            <a:r>
              <a:rPr lang="en-US" altLang="zh-CN" dirty="0"/>
              <a:t>Comparable</a:t>
            </a:r>
            <a:r>
              <a:rPr lang="zh-CN" altLang="en-US" dirty="0"/>
              <a:t>，</a:t>
            </a:r>
            <a:r>
              <a:rPr lang="en-US" altLang="zh-CN" dirty="0"/>
              <a:t>Comparator</a:t>
            </a:r>
            <a:r>
              <a:rPr lang="zh-CN" altLang="en-US" dirty="0"/>
              <a:t>，</a:t>
            </a:r>
            <a:r>
              <a:rPr lang="en-US" altLang="zh-CN" dirty="0" err="1"/>
              <a:t>Cloneable</a:t>
            </a:r>
            <a:r>
              <a:rPr lang="zh-CN" altLang="en-US" dirty="0"/>
              <a:t>的使用方法</a:t>
            </a:r>
            <a:endParaRPr lang="en-US" altLang="zh-CN" dirty="0"/>
          </a:p>
          <a:p>
            <a:pPr lvl="1"/>
            <a:r>
              <a:rPr lang="zh-CN" altLang="en-US" dirty="0"/>
              <a:t>理解函数式接口</a:t>
            </a:r>
            <a:endParaRPr lang="en-US" altLang="zh-CN" dirty="0"/>
          </a:p>
          <a:p>
            <a:pPr lvl="1"/>
            <a:r>
              <a:rPr lang="zh-CN" altLang="en-US" dirty="0"/>
              <a:t>会使用</a:t>
            </a:r>
            <a:r>
              <a:rPr lang="en-US" altLang="zh-CN" dirty="0"/>
              <a:t>lambda</a:t>
            </a:r>
            <a:r>
              <a:rPr lang="zh-CN" altLang="en-US" dirty="0"/>
              <a:t>表达式替换接口</a:t>
            </a:r>
            <a:endParaRPr lang="en-US" altLang="zh-CN" dirty="0"/>
          </a:p>
          <a:p>
            <a:pPr lvl="1"/>
            <a:r>
              <a:rPr lang="zh-CN" altLang="en-US" dirty="0"/>
              <a:t>内部类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 泛型设计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泛型设计</a:t>
            </a:r>
            <a:endParaRPr lang="en-US" altLang="zh-CN" dirty="0"/>
          </a:p>
          <a:p>
            <a:pPr lvl="1"/>
            <a:r>
              <a:rPr lang="zh-CN" altLang="en-US" dirty="0"/>
              <a:t>能定义简单泛型类</a:t>
            </a:r>
            <a:endParaRPr lang="en-US" altLang="zh-CN" dirty="0"/>
          </a:p>
          <a:p>
            <a:pPr lvl="1"/>
            <a:r>
              <a:rPr lang="zh-CN" altLang="en-US" dirty="0"/>
              <a:t>能定义简单泛型方法</a:t>
            </a:r>
            <a:endParaRPr lang="en-US" altLang="zh-CN" dirty="0"/>
          </a:p>
          <a:p>
            <a:pPr lvl="1"/>
            <a:r>
              <a:rPr lang="zh-CN" altLang="en-US" dirty="0"/>
              <a:t>会使用泛型的实例化</a:t>
            </a:r>
            <a:endParaRPr lang="en-US" altLang="zh-CN" dirty="0"/>
          </a:p>
          <a:p>
            <a:pPr lvl="1"/>
            <a:r>
              <a:rPr lang="zh-CN" altLang="en-US" dirty="0"/>
              <a:t>类型限定和界限通配符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  集合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理解集合的接口体系</a:t>
            </a:r>
            <a:endParaRPr lang="en-US" altLang="zh-CN" dirty="0"/>
          </a:p>
          <a:p>
            <a:r>
              <a:rPr lang="zh-CN" altLang="en-US" dirty="0"/>
              <a:t>会使用课件中涉及到的集合</a:t>
            </a:r>
            <a:endParaRPr lang="en-US" altLang="zh-CN" dirty="0"/>
          </a:p>
          <a:p>
            <a:pPr lvl="1"/>
            <a:r>
              <a:rPr lang="en-US" altLang="zh-CN" dirty="0"/>
              <a:t>List</a:t>
            </a:r>
            <a:endParaRPr lang="en-US" altLang="zh-CN" dirty="0"/>
          </a:p>
          <a:p>
            <a:pPr lvl="1"/>
            <a:r>
              <a:rPr lang="en-US" altLang="zh-CN" dirty="0"/>
              <a:t>Set</a:t>
            </a:r>
            <a:endParaRPr lang="en-US" altLang="zh-CN" dirty="0"/>
          </a:p>
          <a:p>
            <a:pPr lvl="1"/>
            <a:r>
              <a:rPr lang="en-US" altLang="zh-CN" dirty="0"/>
              <a:t>Map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七、流式编程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理解流式编程的概念</a:t>
            </a:r>
            <a:endParaRPr lang="en-US" altLang="zh-CN" dirty="0"/>
          </a:p>
          <a:p>
            <a:r>
              <a:rPr lang="zh-CN" altLang="en-US" dirty="0"/>
              <a:t>生成流的方式</a:t>
            </a:r>
            <a:endParaRPr lang="en-US" altLang="zh-CN" dirty="0"/>
          </a:p>
          <a:p>
            <a:r>
              <a:rPr lang="zh-CN" altLang="en-US" dirty="0"/>
              <a:t>简单的流编程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题型包括：</a:t>
            </a:r>
            <a:endParaRPr lang="en-US" altLang="zh-CN" dirty="0"/>
          </a:p>
          <a:p>
            <a:pPr lvl="1"/>
            <a:r>
              <a:rPr lang="zh-CN" altLang="en-US" dirty="0"/>
              <a:t>写出程序运行结果</a:t>
            </a:r>
            <a:endParaRPr lang="en-US" altLang="zh-CN" dirty="0"/>
          </a:p>
          <a:p>
            <a:pPr lvl="1"/>
            <a:r>
              <a:rPr lang="zh-CN" altLang="en-US" dirty="0"/>
              <a:t>添加关键代码行或代码块</a:t>
            </a:r>
            <a:endParaRPr lang="en-US" altLang="zh-CN" dirty="0"/>
          </a:p>
          <a:p>
            <a:pPr lvl="1"/>
            <a:r>
              <a:rPr lang="zh-CN" altLang="en-US" dirty="0"/>
              <a:t>编写模块（一个类或一个方法）</a:t>
            </a:r>
            <a:endParaRPr lang="en-US" altLang="zh-CN" dirty="0"/>
          </a:p>
          <a:p>
            <a:pPr lvl="1"/>
            <a:r>
              <a:rPr lang="zh-CN" altLang="en-US" dirty="0"/>
              <a:t>按功能要求编写程序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WPS 演示</Application>
  <PresentationFormat>全屏显示(4:3)</PresentationFormat>
  <Paragraphs>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Office 主题</vt:lpstr>
      <vt:lpstr>考试复习刚要 </vt:lpstr>
      <vt:lpstr>一、数据类型和流程控制</vt:lpstr>
      <vt:lpstr>PowerPoint 演示文稿</vt:lpstr>
      <vt:lpstr>二、类和对象</vt:lpstr>
      <vt:lpstr>三  继承</vt:lpstr>
      <vt:lpstr>四  接口</vt:lpstr>
      <vt:lpstr>五 泛型设计</vt:lpstr>
      <vt:lpstr>六  集合</vt:lpstr>
      <vt:lpstr>七、流式编程</vt:lpstr>
      <vt:lpstr>题型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考试复习刚要</dc:title>
  <dc:creator>hyq</dc:creator>
  <cp:lastModifiedBy>WPS_1667213079</cp:lastModifiedBy>
  <cp:revision>25</cp:revision>
  <dcterms:created xsi:type="dcterms:W3CDTF">2024-05-30T06:55:14Z</dcterms:created>
  <dcterms:modified xsi:type="dcterms:W3CDTF">2024-05-30T06:55:14Z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056451C1F630BCDAD222586679DCD09F_43</vt:lpwstr>
  </property>
</Properties>
</file>